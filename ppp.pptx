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1773-6F18-4B3B-EF90-7443AAF1B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748E3-79CE-F8F1-F6FD-6D2E34CBF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39812-D504-482F-EEED-CA1E3CD5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50DCB-A821-9D18-6B9F-FB3574C6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3D7ED-04CF-B0B4-89DF-7E97F41C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22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C66D-F7C8-7F1A-C586-F49562D9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FD5B6-63DF-DFFA-FC5D-8ADDDE2AD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0DBA5-F31B-A05C-82A2-E89E52D16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AEEB6-EFF1-2EA2-8DD2-D2DA1A96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A2AF5-52FF-11DB-206B-179C0196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29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ACDC-8BBB-D3C1-3ABE-4876B691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F243F-2ACD-8719-8BCE-8FD56A45A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52E2-94C0-CE93-D6E5-A8F2DA91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A8A52-ABA4-6FA6-642A-E94A19B8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FEB61-861F-C6E2-32EF-0DE02129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33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A12C-E479-1BD0-1361-89D17654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DC9C-F936-ED7A-1BF4-415494C5A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260D4-370D-9D35-ECB0-861B28156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C2CC2-B1E3-A231-791A-18A672A0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86302-7EA7-2C3D-3B53-6FB1229C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98A59-4460-B9AA-EB45-E2E80E7E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57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72B0-0DE2-5890-F27C-1AC366E7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2A1C4-87D5-A8D3-D2DA-331193DA8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5FE57-6F91-1DEF-BA77-71C479BD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4D256-7422-22AA-E227-D5419C199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E9216-75EE-86F5-8D98-55A03690B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005E3-6EFA-1747-5FBE-393BA6E5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E44CE-2755-48D4-45FD-B4D24420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BC6D8-1840-E7E8-398C-2CB59B14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3BA8-D5C5-604D-E2A8-4953F737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70798-DDCF-A2E1-9606-9CC4BABC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82BEF-8B15-4DC3-D3C2-B6B34AFD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142A2-14A2-1928-9BB8-5BECD4C4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2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6D794-A8BF-65E6-9ABD-AEEC37D7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CF7C3-E38E-185E-90A2-0A172D37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32114-B40C-810A-3EFA-FC6E0DBA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4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A3D0-2E96-DC25-4D67-9BAD10DF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BF3B-FCAF-29A8-546A-AA3EF2A9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85922-0AF7-4628-32E3-8EEB53715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D3CD8-5E56-C504-449D-85DDFD21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F8205-D196-5490-9571-738D639C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440D5-377D-85AD-D99E-694EA3C1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7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D883-7AAE-745D-622E-1BCBC5B1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E6471-AFCF-A1CB-4B62-C6BE3A0DC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87ECF-DE98-A4C8-C30D-FA652621A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90344-632D-C679-123C-0EB74FAB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46E98-3B56-C1BF-F21C-263E9326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492C9-B1F1-9495-0F45-B8964E6F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7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15A0-4FFE-1EEE-10BE-3B35E388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2A48-41F8-2976-0BF2-59EC02454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2FFD-DA35-6E5E-F305-D58160B0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F4CD2-FB0C-906A-06EA-7A074681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9DBA-23FB-E1F3-033F-77FC6310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9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2C5B8-51CB-5B7E-699D-9C72D8E1F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7433A-07B2-5673-4E63-288FA125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35A8E-9B8B-7D2D-3024-C451A78B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0D6BD-000A-AB03-020E-5F564B0F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DFB32-9E6D-7A12-B015-4876C1D7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94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7D295-D298-70D2-F4B1-3FFF84E3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A68EC-6292-9331-C02A-970AA2A03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54CB2-6D74-62AC-27C5-6686EFBD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1FD4C-2EF2-4A6C-8F1A-047FA29F52E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DC6F7-043D-F4D2-D42B-43A01A6AC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2D4DE-848E-41D1-32EA-C0920E483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69DF8-1BF2-4822-ACE6-D00808FD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25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084CA9-0E5B-BE58-227C-8932A69D3D1A}"/>
              </a:ext>
            </a:extLst>
          </p:cNvPr>
          <p:cNvSpPr/>
          <p:nvPr/>
        </p:nvSpPr>
        <p:spPr>
          <a:xfrm>
            <a:off x="550606" y="412955"/>
            <a:ext cx="11297265" cy="6292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E5FB0A-EBA8-FCD2-B53D-A314FBF50478}"/>
              </a:ext>
            </a:extLst>
          </p:cNvPr>
          <p:cNvGrpSpPr/>
          <p:nvPr/>
        </p:nvGrpSpPr>
        <p:grpSpPr>
          <a:xfrm>
            <a:off x="776278" y="527100"/>
            <a:ext cx="294967" cy="206477"/>
            <a:chOff x="668594" y="570271"/>
            <a:chExt cx="324464" cy="304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F1DA70B-FCE1-E7D4-5ADF-53C3FDF2EB28}"/>
                </a:ext>
              </a:extLst>
            </p:cNvPr>
            <p:cNvCxnSpPr/>
            <p:nvPr/>
          </p:nvCxnSpPr>
          <p:spPr>
            <a:xfrm>
              <a:off x="668594" y="570271"/>
              <a:ext cx="3244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5CF9DE-9A00-D8D6-BEAB-09962F97E69F}"/>
                </a:ext>
              </a:extLst>
            </p:cNvPr>
            <p:cNvCxnSpPr/>
            <p:nvPr/>
          </p:nvCxnSpPr>
          <p:spPr>
            <a:xfrm>
              <a:off x="668594" y="722671"/>
              <a:ext cx="3244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19AD979-416E-4DDF-2252-11B9989B3E39}"/>
                </a:ext>
              </a:extLst>
            </p:cNvPr>
            <p:cNvCxnSpPr/>
            <p:nvPr/>
          </p:nvCxnSpPr>
          <p:spPr>
            <a:xfrm>
              <a:off x="668594" y="875071"/>
              <a:ext cx="3244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 descr="Magnifying glass with solid fill">
            <a:extLst>
              <a:ext uri="{FF2B5EF4-FFF2-40B4-BE49-F238E27FC236}">
                <a16:creationId xmlns:a16="http://schemas.microsoft.com/office/drawing/2014/main" id="{42332E44-E06E-794D-C436-27970AE28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78068" y="527100"/>
            <a:ext cx="287904" cy="2879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2ED291-1D85-C2C4-0BB2-2AF9C97ECDF5}"/>
              </a:ext>
            </a:extLst>
          </p:cNvPr>
          <p:cNvCxnSpPr/>
          <p:nvPr/>
        </p:nvCxnSpPr>
        <p:spPr>
          <a:xfrm>
            <a:off x="550606" y="904567"/>
            <a:ext cx="11297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F2E0D9-635E-66E9-9025-FBFFEF538CBF}"/>
              </a:ext>
            </a:extLst>
          </p:cNvPr>
          <p:cNvSpPr txBox="1"/>
          <p:nvPr/>
        </p:nvSpPr>
        <p:spPr>
          <a:xfrm>
            <a:off x="1149903" y="445672"/>
            <a:ext cx="150675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MemoryVault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D313B3-4A34-E269-69B3-F65A480A6BEA}"/>
              </a:ext>
            </a:extLst>
          </p:cNvPr>
          <p:cNvSpPr/>
          <p:nvPr/>
        </p:nvSpPr>
        <p:spPr>
          <a:xfrm>
            <a:off x="4414684" y="527100"/>
            <a:ext cx="3283974" cy="28790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F06D70-3E69-5B70-52CF-4E3A4769253F}"/>
              </a:ext>
            </a:extLst>
          </p:cNvPr>
          <p:cNvSpPr/>
          <p:nvPr/>
        </p:nvSpPr>
        <p:spPr>
          <a:xfrm>
            <a:off x="1995947" y="1306613"/>
            <a:ext cx="8652387" cy="50242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987D0F-E4E1-F646-C90D-A62F0F874444}"/>
              </a:ext>
            </a:extLst>
          </p:cNvPr>
          <p:cNvCxnSpPr>
            <a:cxnSpLocks/>
          </p:cNvCxnSpPr>
          <p:nvPr/>
        </p:nvCxnSpPr>
        <p:spPr>
          <a:xfrm>
            <a:off x="1995947" y="1651366"/>
            <a:ext cx="86523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C81587F-1F04-C336-9B3E-C6A722F6DD90}"/>
              </a:ext>
            </a:extLst>
          </p:cNvPr>
          <p:cNvSpPr txBox="1"/>
          <p:nvPr/>
        </p:nvSpPr>
        <p:spPr>
          <a:xfrm>
            <a:off x="2094270" y="1300622"/>
            <a:ext cx="22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Views: User</a:t>
            </a:r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110D5D2-6558-4E24-AAC0-1F213CFA8C86}"/>
              </a:ext>
            </a:extLst>
          </p:cNvPr>
          <p:cNvSpPr/>
          <p:nvPr/>
        </p:nvSpPr>
        <p:spPr>
          <a:xfrm>
            <a:off x="8504903" y="1312919"/>
            <a:ext cx="2074605" cy="332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Member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026845-9863-8D1D-0830-2140516B3574}"/>
              </a:ext>
            </a:extLst>
          </p:cNvPr>
          <p:cNvSpPr/>
          <p:nvPr/>
        </p:nvSpPr>
        <p:spPr>
          <a:xfrm>
            <a:off x="5171768" y="1312919"/>
            <a:ext cx="1799303" cy="319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Tree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FB5BD5-69F1-490D-E8FF-7C57F13D8406}"/>
              </a:ext>
            </a:extLst>
          </p:cNvPr>
          <p:cNvGrpSpPr/>
          <p:nvPr/>
        </p:nvGrpSpPr>
        <p:grpSpPr>
          <a:xfrm>
            <a:off x="2094270" y="5551387"/>
            <a:ext cx="151090" cy="330200"/>
            <a:chOff x="2018725" y="5430520"/>
            <a:chExt cx="151090" cy="330200"/>
          </a:xfrm>
        </p:grpSpPr>
        <p:sp>
          <p:nvSpPr>
            <p:cNvPr id="36" name="Plus Sign 35">
              <a:extLst>
                <a:ext uri="{FF2B5EF4-FFF2-40B4-BE49-F238E27FC236}">
                  <a16:creationId xmlns:a16="http://schemas.microsoft.com/office/drawing/2014/main" id="{40730227-9EA2-7F78-0CEC-AEE041FD929E}"/>
                </a:ext>
              </a:extLst>
            </p:cNvPr>
            <p:cNvSpPr/>
            <p:nvPr/>
          </p:nvSpPr>
          <p:spPr>
            <a:xfrm>
              <a:off x="2018725" y="5430520"/>
              <a:ext cx="151090" cy="16764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Minus Sign 36">
              <a:extLst>
                <a:ext uri="{FF2B5EF4-FFF2-40B4-BE49-F238E27FC236}">
                  <a16:creationId xmlns:a16="http://schemas.microsoft.com/office/drawing/2014/main" id="{91BDFC1B-AF57-1E8B-2D78-0CD50554B7A3}"/>
                </a:ext>
              </a:extLst>
            </p:cNvPr>
            <p:cNvSpPr/>
            <p:nvPr/>
          </p:nvSpPr>
          <p:spPr>
            <a:xfrm>
              <a:off x="2018725" y="5679440"/>
              <a:ext cx="151090" cy="81280"/>
            </a:xfrm>
            <a:prstGeom prst="mathMin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8061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kumar Mallik</dc:creator>
  <cp:lastModifiedBy>Anil kumar Mallik</cp:lastModifiedBy>
  <cp:revision>1</cp:revision>
  <dcterms:created xsi:type="dcterms:W3CDTF">2026-02-25T20:03:26Z</dcterms:created>
  <dcterms:modified xsi:type="dcterms:W3CDTF">2026-02-25T20:03:37Z</dcterms:modified>
</cp:coreProperties>
</file>